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Projet Multi-Locations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 de données SQL Server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889250" y="6082030"/>
            <a:ext cx="5859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Présenté par : Frank Donald MBOUMDA BOUMDA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Contexte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Système de gestion de locations de véhicules</a:t>
            </a:r>
          </a:p>
          <a:p>
            <a:r>
              <a:t>Objectif : concevoir une base de données relationnelle complète</a:t>
            </a:r>
          </a:p>
          <a:p>
            <a:r>
              <a:t>Respect des règles d’affaires et du cahier des charges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Besoin métier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Gestion des clients, véhicules, locations et paiements</a:t>
            </a:r>
          </a:p>
          <a:p>
            <a:r>
              <a:t>Suivi des contrats et des statuts</a:t>
            </a:r>
          </a:p>
          <a:p>
            <a:r>
              <a:t>Cohérence des paiements et des durées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Stack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Server</a:t>
            </a:r>
          </a:p>
          <a:p>
            <a:r>
              <a:t>T-SQL</a:t>
            </a:r>
          </a:p>
          <a:p>
            <a:r>
              <a:t>Vues, procédures stockées, triggers</a:t>
            </a:r>
          </a:p>
          <a:p>
            <a:r>
              <a:t>Contraintes, index et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Conception – Modèle 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Identification des entités principales</a:t>
            </a:r>
          </a:p>
          <a:p>
            <a:r>
              <a:t>Clients, Véhicules, Locations, Paiements</a:t>
            </a:r>
          </a:p>
          <a:p>
            <a:r>
              <a:t>Tables de référence : Modèles, Types, Couleurs, Termes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Normalisation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Respect des formes normales (1NF, 2NF, 3NF)</a:t>
            </a:r>
          </a:p>
          <a:p>
            <a:r>
              <a:t>Élimination des redondances</a:t>
            </a:r>
          </a:p>
          <a:p>
            <a:r>
              <a:t>Meilleure intégrité des données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Implémentation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Création de la base MultiLocations</a:t>
            </a:r>
          </a:p>
          <a:p>
            <a:r>
              <a:t>Tables avec PK / FK</a:t>
            </a:r>
          </a:p>
          <a:p>
            <a:r>
              <a:t>Relations et contraintes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Règles d’affaires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Durée maximale d’une location</a:t>
            </a:r>
          </a:p>
          <a:p>
            <a:r>
              <a:t>Compatibilité options véhicule</a:t>
            </a:r>
          </a:p>
          <a:p>
            <a:r>
              <a:t>Cohérence du nombre de paiements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Données et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Insertion de données représentatives</a:t>
            </a:r>
          </a:p>
          <a:p>
            <a:r>
              <a:t>Validation des contraintes</a:t>
            </a:r>
          </a:p>
          <a:p>
            <a:r>
              <a:t>Tests des requêtes demandées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Requêtes demandées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Clients avec nombre de véhicules loués</a:t>
            </a:r>
          </a:p>
          <a:p>
            <a:r>
              <a:t>Véhicules non loués (jointure externe)</a:t>
            </a:r>
          </a:p>
          <a:p>
            <a:r>
              <a:t>Véhicules avec options spécifiques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Objets avancés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Vue de synthèse des locations</a:t>
            </a:r>
          </a:p>
          <a:p>
            <a:r>
              <a:t>Procédure stockée pour paiements</a:t>
            </a:r>
          </a:p>
          <a:p>
            <a:r>
              <a:t>Trigger d’audit des modifications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 des usages</a:t>
            </a:r>
          </a:p>
          <a:p>
            <a:r>
              <a:t>Création d’index adaptés</a:t>
            </a:r>
          </a:p>
          <a:p>
            <a:r>
              <a:t>Amélioration des temps de requête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conforme aux exigences</a:t>
            </a:r>
          </a:p>
          <a:p>
            <a:r>
              <a:t>Base robuste, cohérente et évolutive</a:t>
            </a:r>
          </a:p>
          <a:p>
            <a:r>
              <a:t>Prêt pour démonstration ou évolution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1547</Words>
  <Application>WPS Presentation</Application>
  <PresentationFormat>On-screen Show (4:3)</PresentationFormat>
  <Paragraphs>80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Blue Waves</vt:lpstr>
      <vt:lpstr>Projet Multi-Locations</vt:lpstr>
      <vt:lpstr>1. Contexte du projet</vt:lpstr>
      <vt:lpstr>2. Besoin métier</vt:lpstr>
      <vt:lpstr>3. Stack technique</vt:lpstr>
      <vt:lpstr>4. Conception – Modèle ER</vt:lpstr>
      <vt:lpstr>5. Normalisation</vt:lpstr>
      <vt:lpstr>6. Implémentation SQL</vt:lpstr>
      <vt:lpstr>7. Règles d’affaires</vt:lpstr>
      <vt:lpstr>8. Données et tests</vt:lpstr>
      <vt:lpstr>9. Requêtes demandées</vt:lpstr>
      <vt:lpstr>10. Objets avancés</vt:lpstr>
      <vt:lpstr>11. Performance</vt:lpstr>
      <vt:lpstr>12.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WPS_1761867196</cp:lastModifiedBy>
  <cp:revision>2</cp:revision>
  <dcterms:created xsi:type="dcterms:W3CDTF">2013-01-27T09:14:00Z</dcterms:created>
  <dcterms:modified xsi:type="dcterms:W3CDTF">2026-01-17T19:38:25Z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B407783E45C14B02988A42111F94B80F_12</vt:lpwstr>
  </property>
  <property fmtid="{D5CDD505-2E9C-101B-9397-08002B2CF9AE}" pid="3" name="KSOProductBuildVer">
    <vt:lpwstr>1033-12.2.0.23196</vt:lpwstr>
  </property>
</Properties>
</file>